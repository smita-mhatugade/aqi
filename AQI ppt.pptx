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6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1" r:id="rId10"/>
    <p:sldId id="580" r:id="rId11"/>
    <p:sldId id="577" r:id="rId12"/>
    <p:sldId id="579" r:id="rId13"/>
    <p:sldId id="578" r:id="rId14"/>
    <p:sldId id="53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r>
              <a:rPr lang="en-US" sz="2000" dirty="0"/>
              <a:t>Air Quality Index (AQI) Monitoring Dashboard using Power BI</a:t>
            </a:r>
            <a:endParaRPr lang="en-US" sz="20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25862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SMITA T. MHATUGADE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GOVERNMENT COLLEGE OF ENGGINEERING RATNAGIRI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IN" sz="1600" b="1" dirty="0"/>
              <a:t>Artificial Intelligence and Data Science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ID:tanumhatugade07@gmail.com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07D9C0-B5A8-8D94-7122-0C1F4AC8E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98" y="347244"/>
            <a:ext cx="6116779" cy="61617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0394B8-F4E6-0234-A36F-9B25176218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514" y="1567629"/>
            <a:ext cx="114983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Rapid urbanization and industrial growth have led to significant fluctuations in air quality across different regions.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is difficult for public health officials and the general public to access real-time, easy-to-understand visual summaries of pollution levels.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Monitoring data is often fragmented, making it hard to identify the most polluted cities or track seasonal trends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There is a critical need for a centralized system to visualize pollutant concentrations and station efficiency for better environmental planning.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lang="en-US" sz="2000" dirty="0">
                <a:latin typeface="Calibri"/>
                <a:ea typeface="Calibri"/>
                <a:cs typeface="Calibri"/>
              </a:rPr>
              <a:t>Develop a Power BI-based analytical dashboard to provide a high-level executive overview and deep-dive pollutant analysis.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Data Collection:  </a:t>
            </a:r>
            <a:r>
              <a:rPr lang="en-US" sz="2000" dirty="0">
                <a:latin typeface="Calibri"/>
                <a:ea typeface="Calibri"/>
                <a:cs typeface="Calibri"/>
              </a:rPr>
              <a:t>Gather historical and real-time air quality data including AQI values and specific pollutant levels (PM2.5, PM10, etc.) from monitoring stations.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Data Preprocessing: </a:t>
            </a:r>
            <a:r>
              <a:rPr lang="en-US" sz="2000" dirty="0">
                <a:latin typeface="Calibri"/>
                <a:ea typeface="Calibri"/>
                <a:cs typeface="Calibri"/>
              </a:rPr>
              <a:t>Clean datasets to handle missing monitoring station reports and normalize AQI classifications across states.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Dashboard Features: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</a:rPr>
              <a:t>          </a:t>
            </a:r>
            <a:r>
              <a:rPr lang="en-US" sz="2000" dirty="0">
                <a:latin typeface="Calibri"/>
                <a:ea typeface="Calibri"/>
                <a:cs typeface="Calibri"/>
              </a:rPr>
              <a:t>Executive Overview: Tracking National Average AQI, Most Polluted State, and Total Stations.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          Deep-Dive Analysis: Visualizing top 10 polluted cities and pollutant breakdowns using scatter           plots and trend charts.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/>
              </a:rPr>
              <a:t>System Requirements: Windows 10/11, Power BI Desktop.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/>
              </a:rPr>
              <a:t>Technology Stack: Power BI for visualization, Power Query for ETL (Extract, Transform, Load) processes.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2200" b="1" dirty="0">
              <a:latin typeface="Franklin Gothic Book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b="1" dirty="0">
                <a:latin typeface="Franklin Gothic Book"/>
              </a:rPr>
              <a:t>Data Connectivity: Integration with CSV/Excel datasets or real-time API feeds for live air quality tracking.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Logic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Uses DAX (Data Analysis Expressions) to calculate running averages for AQI and identify peak pollution periods.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AQI values, city-level pollutant concentrations, and monitoring station coordinates.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Training/Processing: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is filtered through slicers for State, Year, and Air Quality Status to provide customized views.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Deployment: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is published to the Power BI Service for cloud-based accessibility and mobile viewing.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Franklin Gothic Book"/>
              </a:rPr>
              <a:t>National Air Quality Executive Overview</a:t>
            </a:r>
            <a:r>
              <a:rPr lang="en-US" sz="2200" dirty="0">
                <a:latin typeface="Franklin Gothic Book"/>
              </a:rPr>
              <a:t>: Features a map visual for geographic distribution and KPI cards for quick status checks.</a:t>
            </a:r>
          </a:p>
          <a:p>
            <a:pPr marL="0" indent="0">
              <a:buNone/>
            </a:pPr>
            <a:r>
              <a:rPr lang="en-US" sz="2200" b="1" dirty="0">
                <a:latin typeface="Franklin Gothic Book"/>
              </a:rPr>
              <a:t>Pollutant &amp; Area Deep-Dive</a:t>
            </a:r>
            <a:r>
              <a:rPr lang="en-US" sz="2200" dirty="0">
                <a:latin typeface="Franklin Gothic Book"/>
              </a:rPr>
              <a:t>: Includes a station efficiency scatter plot and a "Top 10 Most Polluted Cities" comparison.</a:t>
            </a:r>
          </a:p>
          <a:p>
            <a:pPr marL="0" indent="0">
              <a:buNone/>
            </a:pPr>
            <a:r>
              <a:rPr lang="en-US" sz="2200" b="1" dirty="0">
                <a:latin typeface="Franklin Gothic Book"/>
              </a:rPr>
              <a:t>Outcome: </a:t>
            </a:r>
            <a:r>
              <a:rPr lang="en-US" sz="2200" dirty="0">
                <a:latin typeface="Franklin Gothic Book"/>
              </a:rPr>
              <a:t>Provides actionable insights into which regions require immediate environmental intervention.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DE6EBC-1FB1-CC21-0D0D-86AB0AEB8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6" y="0"/>
            <a:ext cx="12074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7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A40333-ABE1-968C-5F0E-5C07CD2DA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4" y="0"/>
            <a:ext cx="12152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1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Franklin Gothic Book"/>
              </a:rPr>
              <a:t> The dashboard successfully simplifies complex environmental data into an intuitive visual format for faster decision-making.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/>
              </a:rPr>
              <a:t>Integration of predictive Machine Learning models (e.g., ARIMA) to forecast next-day AQI levels.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/>
              </a:rPr>
              <a:t>Expanding data sources to include health-related metrics like hospital admission rates for respiratory issues.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/>
              </a:rPr>
              <a:t>Central Pollution Control Board (CPCB) Documentation.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Microsoft Power BI DAX Reference Guide.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https://github.com/Smita-Mhatugade/AQI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544</Words>
  <Application>Microsoft Office PowerPoint</Application>
  <PresentationFormat>Widescreen</PresentationFormat>
  <Paragraphs>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PowerPoint Presentation</vt:lpstr>
      <vt:lpstr>PowerPoint Presentation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Abhishek Bhosale</cp:lastModifiedBy>
  <cp:revision>106</cp:revision>
  <dcterms:created xsi:type="dcterms:W3CDTF">2024-05-21T11:55:07Z</dcterms:created>
  <dcterms:modified xsi:type="dcterms:W3CDTF">2026-03-15T06:12:57Z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